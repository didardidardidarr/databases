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0DAE62-DE68-425C-8EAD-58C5CA788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F53AB0-4F5C-4D51-8CEF-B4D674068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E31097-B710-4A32-9D4B-9F906420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52C07A-7F79-44C7-9A46-19325F38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8A1939-6F77-4AD9-8DF3-19646D15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8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0D7AD-4EE4-43EC-B846-0C728C14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F4E37D-A4DB-4DC3-882F-AE1D6BA32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157AB7-98F9-44DC-B75B-55675C00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B97C10-50CF-4860-8138-C0702997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4955FE-270F-46C2-8BB4-A762BA86A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73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2A8C1-11D5-4987-8C73-6BC28C475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08ADE2-E75C-4D9E-A0CA-FB50FB36E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1734AB-AC2D-4711-BD13-7EA06A89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86EE5B-AC56-4556-A510-87E1564A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8BF41D-9733-445E-B890-916E11037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29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FB989-B78A-45F2-A28F-C0900BD6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A765B0-08C1-4371-9AD6-061C953F0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A33841-4853-4505-B268-15E3A45E5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863FA7-B5F8-4915-8E41-1544FF406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301687-2BB8-40B2-A9FB-591723F9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A54AE7-BA03-4E4F-90B5-A0FECE2A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54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3F5CB-4194-47DF-8A74-EE3D9E638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C540F0-37E1-49BA-9AA7-BCA4AA22A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819035-6C62-4CED-8361-C8B04C356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C454F15-250E-487A-BD7D-B211F8764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31D402-AE01-4601-8366-16D3B2211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01ED87-9190-4226-B291-EF121447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66C386-D62A-43B0-A5A2-C31DB7E4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E727D1-7DE0-4C67-BE09-27299ED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66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43635-BDC4-46BC-914A-EAD93E21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ABDAE8-9172-4FEA-837B-D91D83A1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035DD1-4BF7-4D87-AF7D-D2EAC21F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174383-D35A-43F1-B865-2BA1128A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99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254F0C-6044-49D6-B46A-3A8E405E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299617-366E-467F-A60C-EDB70B96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67D4D1-4CD0-4F22-8FDD-9F76B421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70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D890F-601E-40A8-B18D-BCE88D34E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080A2A-FE29-4FE7-B239-58A315074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79AC90-018A-445B-B1EA-F3286DF4E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D3162C-DFCA-4388-9A20-71FBD5C1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631132-0C0A-42F2-AC72-4444B5C4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CDAC12-C538-4B20-B428-68717D15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85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3EC00-B4FA-408F-8FCD-5C2CED02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53E490-542E-429F-A2B2-B2099DEA3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D525E-8A95-4710-9B67-162407941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8B6E8D-0B61-4168-B12C-BEF0C2E0B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B42B0-9580-4B60-B209-303083D53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8CDD04-F55A-44C9-8F67-349D95D1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3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29378-5DDF-48E6-94C6-E2E057CF9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2A3390-6679-4C63-B227-86EB3E06E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DD2ACE-36CB-4ACF-AC38-7ABA6241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81FE0-560E-48FE-A889-083181A6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2E4487-A1C1-464F-B7E2-416C7C78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42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4800BD6-3284-4D90-A703-E9445C4F1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791486-256B-4054-89E4-90838CF69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070B2B-425B-47F9-9C38-48597821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74E950-2AFC-43E3-8B30-1CCD6E55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616E8-1707-41BB-9999-77A68D00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53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80FE8-4CD1-4FAF-8502-015A8193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156F05-14B8-4ABC-836F-D653928A6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56967D-7CB0-4580-9F98-A1CF80A8E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300F7-7D57-47C1-B959-323D763401E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F6A71F-649D-4983-AB4B-AF3BBFE55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01F55F-FD54-4382-AA08-D78A4AE95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44BAB-7C7C-4F8C-9C00-9C7D06265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30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84A81B-BCFE-4320-8E39-E292FF16A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95" y="536287"/>
            <a:ext cx="3084022" cy="5226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82DC6-6B6F-4910-9FCC-CD83D0ABF361}"/>
              </a:ext>
            </a:extLst>
          </p:cNvPr>
          <p:cNvSpPr txBox="1"/>
          <p:nvPr/>
        </p:nvSpPr>
        <p:spPr>
          <a:xfrm>
            <a:off x="0" y="1015381"/>
            <a:ext cx="992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1 -&gt;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91ED80-397C-4438-8427-DD6B7B216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74" y="3429000"/>
            <a:ext cx="7691076" cy="2777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89765C-D76A-4401-A5C8-725932FAF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92535"/>
            <a:ext cx="5220429" cy="12193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2A2063-E469-4419-A11E-2DF824383484}"/>
              </a:ext>
            </a:extLst>
          </p:cNvPr>
          <p:cNvSpPr txBox="1"/>
          <p:nvPr/>
        </p:nvSpPr>
        <p:spPr>
          <a:xfrm>
            <a:off x="7487097" y="300590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729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C70D3E-FACD-4698-823C-BB10C4E44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5" y="674766"/>
            <a:ext cx="5808968" cy="30315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A094FB-9AD3-4AE0-A109-D3FD6C858EBC}"/>
              </a:ext>
            </a:extLst>
          </p:cNvPr>
          <p:cNvSpPr txBox="1"/>
          <p:nvPr/>
        </p:nvSpPr>
        <p:spPr>
          <a:xfrm>
            <a:off x="301580" y="112295"/>
            <a:ext cx="432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3, empty cause no matches were found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D162E7-B086-447F-9926-82B469A68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257" y="674766"/>
            <a:ext cx="5126191" cy="2754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0CF8A3-3A44-4BFC-84C2-7084E27532A7}"/>
              </a:ext>
            </a:extLst>
          </p:cNvPr>
          <p:cNvSpPr txBox="1"/>
          <p:nvPr/>
        </p:nvSpPr>
        <p:spPr>
          <a:xfrm>
            <a:off x="7216588" y="206188"/>
            <a:ext cx="3082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4, no matches were found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118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7651E1-76B4-4FDE-9695-D7255B330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06" y="1234586"/>
            <a:ext cx="5977318" cy="35620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3672F8-56C5-4A6C-87C1-B5D6EFEC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699" y="1234587"/>
            <a:ext cx="5267077" cy="39713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6C2ECE-44B1-4DF6-846B-332B40AA80B9}"/>
              </a:ext>
            </a:extLst>
          </p:cNvPr>
          <p:cNvSpPr txBox="1"/>
          <p:nvPr/>
        </p:nvSpPr>
        <p:spPr>
          <a:xfrm>
            <a:off x="887506" y="349624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1EBAA-512A-4A07-8D01-48F9EC17B0D5}"/>
              </a:ext>
            </a:extLst>
          </p:cNvPr>
          <p:cNvSpPr txBox="1"/>
          <p:nvPr/>
        </p:nvSpPr>
        <p:spPr>
          <a:xfrm>
            <a:off x="7243482" y="534290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984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1431F4-6D66-4BD5-A2E9-38246B32B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47" y="1242363"/>
            <a:ext cx="5844988" cy="34625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262094-6635-4232-AC0F-BAA639681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067" y="1351376"/>
            <a:ext cx="5913251" cy="3244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2CC715-E402-48C8-930E-C62568C35827}"/>
              </a:ext>
            </a:extLst>
          </p:cNvPr>
          <p:cNvSpPr txBox="1"/>
          <p:nvPr/>
        </p:nvSpPr>
        <p:spPr>
          <a:xfrm>
            <a:off x="1461247" y="358588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7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B3C188-A119-4B62-8B8E-386BC9AD6BE5}"/>
              </a:ext>
            </a:extLst>
          </p:cNvPr>
          <p:cNvSpPr txBox="1"/>
          <p:nvPr/>
        </p:nvSpPr>
        <p:spPr>
          <a:xfrm>
            <a:off x="7171765" y="430306"/>
            <a:ext cx="3082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8, no matches were found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897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C79510-ED91-4F74-BDB8-65B8703E9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37" y="896470"/>
            <a:ext cx="4205875" cy="33728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0449D0-99C3-43D2-AE57-FB91E3A23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634" y="1132964"/>
            <a:ext cx="5918012" cy="3136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3D8F1B-CC69-47D5-A0D6-5329C1FA6A8D}"/>
              </a:ext>
            </a:extLst>
          </p:cNvPr>
          <p:cNvSpPr txBox="1"/>
          <p:nvPr/>
        </p:nvSpPr>
        <p:spPr>
          <a:xfrm>
            <a:off x="1380565" y="439271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9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D77A5-516A-4BF3-93BC-29526EB4DFC7}"/>
              </a:ext>
            </a:extLst>
          </p:cNvPr>
          <p:cNvSpPr txBox="1"/>
          <p:nvPr/>
        </p:nvSpPr>
        <p:spPr>
          <a:xfrm>
            <a:off x="7055224" y="439271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76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0C0062-E988-4FA8-B79F-4F0379E02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4" y="986118"/>
            <a:ext cx="4984376" cy="37064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3BABC0-A8F0-45A9-8FD8-EF061F82F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317" y="1192306"/>
            <a:ext cx="5692589" cy="3594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833E57-75A6-4A93-9041-FC2F3AF994EC}"/>
              </a:ext>
            </a:extLst>
          </p:cNvPr>
          <p:cNvSpPr txBox="1"/>
          <p:nvPr/>
        </p:nvSpPr>
        <p:spPr>
          <a:xfrm>
            <a:off x="1748118" y="403412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11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62202-1394-422B-BC7A-823C24C91B13}"/>
              </a:ext>
            </a:extLst>
          </p:cNvPr>
          <p:cNvSpPr txBox="1"/>
          <p:nvPr/>
        </p:nvSpPr>
        <p:spPr>
          <a:xfrm>
            <a:off x="6642847" y="403412"/>
            <a:ext cx="5465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12, no matches cause airline codes only with letters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587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154E2F-ED23-445B-8997-C0BD26DC3BA5}"/>
              </a:ext>
            </a:extLst>
          </p:cNvPr>
          <p:cNvSpPr txBox="1"/>
          <p:nvPr/>
        </p:nvSpPr>
        <p:spPr>
          <a:xfrm>
            <a:off x="1264024" y="403412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13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F7940-8774-4D23-B41A-F1214B8DDEFB}"/>
              </a:ext>
            </a:extLst>
          </p:cNvPr>
          <p:cNvSpPr txBox="1"/>
          <p:nvPr/>
        </p:nvSpPr>
        <p:spPr>
          <a:xfrm>
            <a:off x="8382000" y="403412"/>
            <a:ext cx="206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14, no matches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DCA254-A4A7-40A3-9F80-56400E555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74" y="1013012"/>
            <a:ext cx="5390779" cy="38437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DC25D2-E0A3-437E-A1A7-1FC36AA39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504" y="1115048"/>
            <a:ext cx="6144122" cy="363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1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9AFB72-8DD3-4378-9AE2-C107AFAC2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02" y="828312"/>
            <a:ext cx="11612596" cy="5201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AA98A-2D50-4048-A1C7-16DA372A014D}"/>
              </a:ext>
            </a:extLst>
          </p:cNvPr>
          <p:cNvSpPr txBox="1"/>
          <p:nvPr/>
        </p:nvSpPr>
        <p:spPr>
          <a:xfrm>
            <a:off x="4491318" y="322729"/>
            <a:ext cx="206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15, no matches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10421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</Words>
  <Application>Microsoft Office PowerPoint</Application>
  <PresentationFormat>Широкоэкранный</PresentationFormat>
  <Paragraphs>15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</cp:revision>
  <dcterms:created xsi:type="dcterms:W3CDTF">2026-10-01T20:39:18Z</dcterms:created>
  <dcterms:modified xsi:type="dcterms:W3CDTF">2026-10-01T20:52:01Z</dcterms:modified>
</cp:coreProperties>
</file>