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556F8-8B1B-41F9-8AA9-DEDDF8D63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C70C2F-A168-4BE5-AAC9-C6B1CB24E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7914E4-D751-4B28-BFFA-6B305C4CC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532B9E-D3A3-40FC-8C35-A5CB0DF0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7BE4AA-9674-4FC9-A26B-30CF8C26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93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0CCF1-D6DB-481E-8495-1969E169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FCEE93-AD13-4EB4-B09D-C980D7438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E7886-8DE8-4819-84B6-58EA00D53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F13892-9205-46BF-83AB-7D3320DB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EA73C2-C0B9-4C45-A694-B8A0CBF1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64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1B4C7-2BC0-4EB9-B825-1762FEEF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329BE1-B141-4349-BD13-DABB9FA99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42A0E2-7DD4-4125-B143-C899E27C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BD2BCC-7790-433B-8CE5-648668045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C0BC3A-1445-411A-843D-C7D40D0C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50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13CAE-BD44-4D87-A218-9C2DD1E80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11081A-9C36-465E-9734-3C3275058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D32049-60EF-4BDF-82A7-41D4FE408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A720A9-8453-452E-B90E-6B4FFB880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63FF03-FBB9-4C44-BA6C-1940E51A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CB6F17-734D-42ED-8CDF-3672D4AC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57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DF7B97-9371-4476-87AA-8F93FAEEC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BB5A17-09FF-4864-AB2A-5259CDA98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FE8159-B17D-4557-A394-EA37AC035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06A624D-6304-460E-AC40-112216A5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C630D1-FF09-49A0-92C3-9A76D8F85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91CA7AA-72B3-45AC-BF2E-BD9AD22B6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45548E-2AB0-47BD-B4E2-93F8C483D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131BE00-C4BA-427A-9578-53DC6E90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88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08557-66FF-4451-A417-E41B368D3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33BB60-083C-470A-A2A6-9A216976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5CAF29-A373-4C6B-BA88-0579CA672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259545-F22D-4124-A2CF-3D8CEB8C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089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FDE16FF-AE73-4F42-AFAA-934DDC77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32770D-0E4D-444B-8E08-F4C2584F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69769D-E049-47CF-8A70-109CA940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1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578B9-0E02-4E28-9057-185BDDCE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84658-6885-4451-A480-A5992B9FB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E04DDA-6E8C-419C-A119-E5B085A4B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E9E5BF-3721-4E38-98CC-43F4D752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047363-E3C0-463E-A828-56173EDB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E3A621-E8B2-4D3A-A5B3-A6F544BBB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50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6071C-7ADC-4CF4-B81A-E937C5F18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B0F00BF-9900-4BA8-8731-D054921E7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DD1D0E-7D2F-4714-9BFA-00D789303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3ABA2E-A5EA-452E-9EF8-A44402654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38BB3D-A2DC-4CE9-BB49-4217A8AD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CE737B-3B0C-4EE3-8BED-15E5B91D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32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59B2DE-5FBD-4E02-A4FB-7BD3C001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E9F038-9B6B-4706-A8AA-1D1F13E65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DCA42F-F077-4E2A-8200-E865BE9E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B5CB9F-179C-4AB5-A00A-C7DA96767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2B70DA-E86B-46FF-A889-00659443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5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77CA1F-E32B-4BFF-90FD-D1FBA560A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C1411C-9CE0-469F-883C-5E4D71C4C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D8250-D60B-43CA-B6DC-693DB8E8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26B302-9B0B-4F6C-B5E9-3110BE4BF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E29994-5477-479E-9E64-732C4D2B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095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E4837-4D97-4ECA-A1DE-37E993AD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EB049A-0A85-4DD9-B2A7-EA7F4051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0F378F-BAAF-47DB-87DA-28BB1733A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FDB73-274B-4A2D-8847-9F1E3EA56F61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4D6297-1169-43F1-8636-2D07056E2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05AB4A-5341-4C97-B4DC-56195026C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FCA79-45E1-4A08-9F31-185CD473C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74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EBD5AA-25D3-4EA5-A880-4F344E5A5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9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7D784E-10CC-4D79-A9DD-42DCB7807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8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BD7DE2-23C2-4755-AEE2-7CE87C400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3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D81970-15E5-47AC-81F5-16593333B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8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8D4217-846E-4C54-93E8-677135B49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6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13BB33-B77F-4F55-A7C3-2E7042134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77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093DC8-3D33-469F-BECB-6B67FE72D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4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54DE91-9C48-4589-8132-A53561652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0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8BB98F-3276-49D6-8C32-46883EFB8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26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F59BDB-0555-4305-B318-D4F43B29A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011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1</cp:revision>
  <dcterms:created xsi:type="dcterms:W3CDTF">2026-10-12T21:27:51Z</dcterms:created>
  <dcterms:modified xsi:type="dcterms:W3CDTF">2026-10-12T21:29:23Z</dcterms:modified>
</cp:coreProperties>
</file>