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1" clrIdx="0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F6581-0DF3-4A9D-9C12-72E33561C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32F502-6657-4BC3-8017-1E28524E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92503-BC8A-40C2-B795-37D95A0A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C08198-D182-4C6D-8022-D4F5FAEB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5511B6-DDE6-4367-9312-0940DC61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56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16A7F-069D-43AD-A8A0-999C2423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A36B32-76CC-433B-9D50-7740808B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DC6E34-EC09-45D6-A960-12418747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5EE7D6-FA39-4AEF-A935-1BD20422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D7F6E8-500B-4DFE-B998-28712EC0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89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821896-4B5C-411D-A956-21D859A0E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74751F-6C54-439E-92A8-A70725200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736560-4657-4D56-AB3F-2A96B01C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6EC50D-D942-44DE-AE86-A63067D13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546EF5-6F7F-47FA-8F1C-37A054D0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67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DC758-D60E-4A1A-9D3F-52E18D6A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CA16FD-4CA9-4C09-AABA-DCA5DA0E0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8A194E-D0E4-41D3-BBC1-F982E57EF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999D5A-18FB-4DFE-B303-68B56A0C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5E6836-D963-47E5-99E3-51FF8E0B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2AEDCF-50D6-41A7-B195-D48CE0AD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1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D05DC-95CE-47E1-B3A7-60C126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D79A5A-1030-4CF2-AFDC-4A078C72F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C9635C-0021-47AB-8949-FC6BBEFE4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C877D7-94C0-4EDF-B820-C997C47D4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348AAE-71A8-4FDC-8D74-AA6DC8542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3274A7-0E6F-43BB-983C-22859970B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43F6E8A-DB59-4C2C-B19D-95CB2A6E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38AFE1-B57C-4545-8989-A8168CD3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3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CE8A8-9E23-4588-B56F-61BB1099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E7F5E2-B590-4BF7-9659-495B0DCD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F45A5B-DFE9-4749-A585-5D345B70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19F210-87FF-4350-A556-9F805B44F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12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E844AD-5684-48A2-BF94-4BF8A640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E994257-4196-481E-9D36-E11D8B3C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E2F3A7-BE91-4130-A1B4-7AF0B2D7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1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54C82A-DDAC-4108-8BFF-31B42DC6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B5F76D-27D3-447F-BF14-629EBF2B8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14109D-DD25-4B6D-810F-861AFE1AD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54BFF9-9331-46C1-9703-87615CE1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E406ED-64C5-45AC-A660-3B7A700F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1DF52A-F479-460F-A911-F4EC321F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98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B0B7F-E46F-482D-8436-14E98CCB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6E5218-F108-4A15-868C-C20671F64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37FF6B-2C4C-4E08-9DD4-A1922B383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1690E9-CA38-4142-B8DF-4B87C3A1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1A75F3-3B7F-4583-95E0-BF45F06D4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4548E0-721F-46CD-878D-83A25736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439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9D83D-BCB5-4887-8176-1FD48AEA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71C308-7FF0-4162-B803-F9BD320F9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7F47B4-683F-4015-A8B5-CAB9DC84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051DC8-DE73-44E9-A543-A1F55C77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EDFDC6-187B-44DA-B184-E3E17A1D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37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B8B20E4-51FB-47CB-8922-A8DFAA8C0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A9106C-1EE6-4E82-80C0-38C70F0E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859529-1FA0-453F-8CA7-428DFEB8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498226-0319-4BBC-A877-DD26DCAC5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C635A3-7623-40FD-8D71-B4E23A1C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50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7397C-A03B-4C67-AE05-C51B28E81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559CBD-C7F3-4B29-A502-8013D43DC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1BF09E-DCB6-4C4E-B651-E5D94E1DF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349F0-25C3-40BB-B737-6D5B710385A1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29B6CF-BD83-44A9-AC4F-7E46298D0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85451-D536-431D-8332-149F88AB6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CE451-A9ED-4AE5-B9A9-B7BF68A873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13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4851E0-67A0-4CE1-B534-805187270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16" y="657726"/>
            <a:ext cx="7379368" cy="433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7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C3AE42-B0A0-4D4E-9E15-A2F80FB6F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3" y="606989"/>
            <a:ext cx="9450119" cy="10193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9877C4-091B-4383-B8C2-FCA4DA284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3" y="1758396"/>
            <a:ext cx="10221751" cy="533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E0F95C-8704-4A3B-9523-829EE7215AFF}"/>
              </a:ext>
            </a:extLst>
          </p:cNvPr>
          <p:cNvSpPr txBox="1"/>
          <p:nvPr/>
        </p:nvSpPr>
        <p:spPr>
          <a:xfrm>
            <a:off x="328203" y="105567"/>
            <a:ext cx="77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2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404EB-02B6-48D3-BF48-E2D5E14319FC}"/>
              </a:ext>
            </a:extLst>
          </p:cNvPr>
          <p:cNvSpPr txBox="1"/>
          <p:nvPr/>
        </p:nvSpPr>
        <p:spPr>
          <a:xfrm>
            <a:off x="328203" y="2594811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3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1F10EE-B5F7-4F2E-96B4-224CC3369D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041" y="3195605"/>
            <a:ext cx="6696755" cy="46679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5E9A61-59B8-4337-91EA-119771C5C0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23" y="3038477"/>
            <a:ext cx="3115110" cy="9431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6163BA-AD5B-44CB-9EBE-7C2E4BE9C41E}"/>
              </a:ext>
            </a:extLst>
          </p:cNvPr>
          <p:cNvSpPr txBox="1"/>
          <p:nvPr/>
        </p:nvSpPr>
        <p:spPr>
          <a:xfrm>
            <a:off x="319523" y="4100975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4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9E07B9A-8CEE-4420-9B4A-3A52BCB287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7" y="5233670"/>
            <a:ext cx="9964541" cy="156231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FFD630E-1E06-4913-AF10-2981165188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71" y="4136072"/>
            <a:ext cx="10307488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6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5D445E-C372-44DD-A837-EEC070F2F83A}"/>
              </a:ext>
            </a:extLst>
          </p:cNvPr>
          <p:cNvSpPr txBox="1"/>
          <p:nvPr/>
        </p:nvSpPr>
        <p:spPr>
          <a:xfrm>
            <a:off x="385011" y="288758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5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5F66DB-83CB-4491-80F3-EAE1ED723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1" y="658090"/>
            <a:ext cx="7783011" cy="1587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B691E-3FF3-4E2E-9EAE-DE28D97A5197}"/>
              </a:ext>
            </a:extLst>
          </p:cNvPr>
          <p:cNvSpPr txBox="1"/>
          <p:nvPr/>
        </p:nvSpPr>
        <p:spPr>
          <a:xfrm>
            <a:off x="385011" y="2430561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6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1209D6-FE36-4A0B-BE6B-4CEFA1C2C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40" y="2799893"/>
            <a:ext cx="2124202" cy="40581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1C10C3-8C0B-46D9-BF7B-663BD2F4D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1" y="2895277"/>
            <a:ext cx="5611008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4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5C0FD-11A0-4F1B-B184-2F3AA5FED50B}"/>
              </a:ext>
            </a:extLst>
          </p:cNvPr>
          <p:cNvSpPr txBox="1"/>
          <p:nvPr/>
        </p:nvSpPr>
        <p:spPr>
          <a:xfrm>
            <a:off x="561474" y="385011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7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44EB70-1DB3-4395-AD3F-79D9D07A0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9556"/>
            <a:ext cx="12136544" cy="18195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476399-2206-4F3E-B22A-047215B5E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40" y="2804299"/>
            <a:ext cx="9840698" cy="1819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7D1745-C287-46D7-93D0-9C74BFFD61DB}"/>
              </a:ext>
            </a:extLst>
          </p:cNvPr>
          <p:cNvSpPr txBox="1"/>
          <p:nvPr/>
        </p:nvSpPr>
        <p:spPr>
          <a:xfrm>
            <a:off x="401053" y="4908884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8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F30F1F-6702-4F1E-B959-11569CCF35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22" y="4908884"/>
            <a:ext cx="6878010" cy="7621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E8061-994A-4A25-A520-36FDBC85B0BD}"/>
              </a:ext>
            </a:extLst>
          </p:cNvPr>
          <p:cNvSpPr txBox="1"/>
          <p:nvPr/>
        </p:nvSpPr>
        <p:spPr>
          <a:xfrm>
            <a:off x="448549" y="5988444"/>
            <a:ext cx="75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9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4F00048-418E-417E-8ACA-68F59AC01F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22" y="5988444"/>
            <a:ext cx="812595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32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BE0467-1C75-4FB5-86E7-C82897F54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01" y="609964"/>
            <a:ext cx="6601746" cy="5048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72586E-2B4F-4EB3-BA2E-E8DE627C0ED3}"/>
              </a:ext>
            </a:extLst>
          </p:cNvPr>
          <p:cNvSpPr txBox="1"/>
          <p:nvPr/>
        </p:nvSpPr>
        <p:spPr>
          <a:xfrm>
            <a:off x="308601" y="240632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10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D642B-D90A-4D39-B388-13A7AE0F5E3F}"/>
              </a:ext>
            </a:extLst>
          </p:cNvPr>
          <p:cNvSpPr txBox="1"/>
          <p:nvPr/>
        </p:nvSpPr>
        <p:spPr>
          <a:xfrm>
            <a:off x="286456" y="1484191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11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AB37D8-7375-48FF-934D-6D2F41DBE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56" y="1989086"/>
            <a:ext cx="9459645" cy="905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1D6582-C55C-4024-B5A7-AA7128A739FB}"/>
              </a:ext>
            </a:extLst>
          </p:cNvPr>
          <p:cNvSpPr txBox="1"/>
          <p:nvPr/>
        </p:nvSpPr>
        <p:spPr>
          <a:xfrm>
            <a:off x="308601" y="3098011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12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6B0F976-40C1-4992-9C8E-D4E3F2245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56" y="3617186"/>
            <a:ext cx="5315692" cy="144800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B029714-04BF-4F4D-B88C-541D7E28E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120" y="3067760"/>
            <a:ext cx="2048161" cy="374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911629-DF45-40E6-B6BA-D75B0ACD07DE}"/>
              </a:ext>
            </a:extLst>
          </p:cNvPr>
          <p:cNvSpPr txBox="1"/>
          <p:nvPr/>
        </p:nvSpPr>
        <p:spPr>
          <a:xfrm>
            <a:off x="770021" y="529389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13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64506E-EB87-47FC-B5DE-5C6716C57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" y="910752"/>
            <a:ext cx="6306430" cy="8668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FF14FD8-5079-4A62-981C-9C2679066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" y="2051357"/>
            <a:ext cx="9602540" cy="381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63A985-DEE8-4B44-B083-9F49BC0E87F9}"/>
              </a:ext>
            </a:extLst>
          </p:cNvPr>
          <p:cNvSpPr txBox="1"/>
          <p:nvPr/>
        </p:nvSpPr>
        <p:spPr>
          <a:xfrm>
            <a:off x="770021" y="2706119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14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3CB7680-0236-4EB8-B9A3-B2D07B675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1" y="3158851"/>
            <a:ext cx="5277587" cy="10002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0217AC-52B7-4DD0-A082-55E49F75FC9D}"/>
              </a:ext>
            </a:extLst>
          </p:cNvPr>
          <p:cNvSpPr txBox="1"/>
          <p:nvPr/>
        </p:nvSpPr>
        <p:spPr>
          <a:xfrm>
            <a:off x="770021" y="4492344"/>
            <a:ext cx="870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15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C558D64-33D7-4B63-958C-67E03B69BB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15" y="5194904"/>
            <a:ext cx="10317015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3023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</Words>
  <Application>Microsoft Office PowerPoint</Application>
  <PresentationFormat>Широкоэкранный</PresentationFormat>
  <Paragraphs>14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2</cp:revision>
  <dcterms:created xsi:type="dcterms:W3CDTF">2026-10-01T15:34:33Z</dcterms:created>
  <dcterms:modified xsi:type="dcterms:W3CDTF">2026-10-01T15:48:17Z</dcterms:modified>
</cp:coreProperties>
</file>